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2" r:id="rId9"/>
    <p:sldId id="266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35" autoAdjust="0"/>
    <p:restoredTop sz="94622" autoAdjust="0"/>
  </p:normalViewPr>
  <p:slideViewPr>
    <p:cSldViewPr>
      <p:cViewPr varScale="1">
        <p:scale>
          <a:sx n="110" d="100"/>
          <a:sy n="110" d="100"/>
        </p:scale>
        <p:origin x="-180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48DFB-8550-4629-A66E-42CB4DD0BBED}" type="datetimeFigureOut">
              <a:rPr lang="en-US" smtClean="0"/>
              <a:t>2/21/2020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D9703-8D9D-4C03-8554-BB93A8A68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7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48DFB-8550-4629-A66E-42CB4DD0BBED}" type="datetimeFigureOut">
              <a:rPr lang="en-US" smtClean="0"/>
              <a:t>2/21/2020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D9703-8D9D-4C03-8554-BB93A8A68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318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48DFB-8550-4629-A66E-42CB4DD0BBED}" type="datetimeFigureOut">
              <a:rPr lang="en-US" smtClean="0"/>
              <a:t>2/21/2020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D9703-8D9D-4C03-8554-BB93A8A68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135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48DFB-8550-4629-A66E-42CB4DD0BBED}" type="datetimeFigureOut">
              <a:rPr lang="en-US" smtClean="0"/>
              <a:t>2/21/2020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D9703-8D9D-4C03-8554-BB93A8A68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302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48DFB-8550-4629-A66E-42CB4DD0BBED}" type="datetimeFigureOut">
              <a:rPr lang="en-US" smtClean="0"/>
              <a:t>2/21/2020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D9703-8D9D-4C03-8554-BB93A8A68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969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48DFB-8550-4629-A66E-42CB4DD0BBED}" type="datetimeFigureOut">
              <a:rPr lang="en-US" smtClean="0"/>
              <a:t>2/21/2020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D9703-8D9D-4C03-8554-BB93A8A68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766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48DFB-8550-4629-A66E-42CB4DD0BBED}" type="datetimeFigureOut">
              <a:rPr lang="en-US" smtClean="0"/>
              <a:t>2/21/2020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D9703-8D9D-4C03-8554-BB93A8A68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11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48DFB-8550-4629-A66E-42CB4DD0BBED}" type="datetimeFigureOut">
              <a:rPr lang="en-US" smtClean="0"/>
              <a:t>2/21/2020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D9703-8D9D-4C03-8554-BB93A8A68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71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48DFB-8550-4629-A66E-42CB4DD0BBED}" type="datetimeFigureOut">
              <a:rPr lang="en-US" smtClean="0"/>
              <a:t>2/21/2020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D9703-8D9D-4C03-8554-BB93A8A68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690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48DFB-8550-4629-A66E-42CB4DD0BBED}" type="datetimeFigureOut">
              <a:rPr lang="en-US" smtClean="0"/>
              <a:t>2/21/2020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D9703-8D9D-4C03-8554-BB93A8A68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875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48DFB-8550-4629-A66E-42CB4DD0BBED}" type="datetimeFigureOut">
              <a:rPr lang="en-US" smtClean="0"/>
              <a:t>2/21/2020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D9703-8D9D-4C03-8554-BB93A8A68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068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48DFB-8550-4629-A66E-42CB4DD0BBED}" type="datetimeFigureOut">
              <a:rPr lang="en-US" smtClean="0"/>
              <a:t>2/21/2020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D9703-8D9D-4C03-8554-BB93A8A68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657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0980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TOPIC: </a:t>
            </a:r>
            <a:r>
              <a:rPr lang="en-US" dirty="0" smtClean="0">
                <a:solidFill>
                  <a:srgbClr val="FF0000"/>
                </a:solidFill>
              </a:rPr>
              <a:t>END-POINT </a:t>
            </a:r>
            <a:r>
              <a:rPr lang="en-US" dirty="0" smtClean="0">
                <a:solidFill>
                  <a:srgbClr val="FF0000"/>
                </a:solidFill>
              </a:rPr>
              <a:t>SECURITY </a:t>
            </a:r>
            <a:r>
              <a:rPr lang="en-US" dirty="0" smtClean="0">
                <a:solidFill>
                  <a:srgbClr val="FF0000"/>
                </a:solidFill>
              </a:rPr>
              <a:t>TOOL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219200" y="3962400"/>
            <a:ext cx="697589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smtClean="0">
                <a:solidFill>
                  <a:schemeClr val="bg1"/>
                </a:solidFill>
              </a:rPr>
              <a:t>&lt;PROJECT NAME: NOT DEFINED YET!!!!!&gt;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2778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-76200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PROBLEM </a:t>
            </a:r>
            <a:r>
              <a:rPr lang="en-US" b="1" dirty="0" smtClean="0">
                <a:solidFill>
                  <a:srgbClr val="FF0000"/>
                </a:solidFill>
              </a:rPr>
              <a:t>STATEMENT!!!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3951"/>
            <a:ext cx="9144000" cy="2885243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-76200" y="3352800"/>
            <a:ext cx="5019472" cy="200602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296" indent="0" algn="ctr">
              <a:buFont typeface="Arial" pitchFamily="34" charset="0"/>
              <a:buNone/>
            </a:pPr>
            <a:endParaRPr lang="en-US" sz="2400" dirty="0" smtClean="0">
              <a:solidFill>
                <a:schemeClr val="bg1"/>
              </a:solidFill>
            </a:endParaRPr>
          </a:p>
          <a:p>
            <a:pPr marL="82296" indent="0" algn="ctr">
              <a:buFont typeface="Arial" pitchFamily="34" charset="0"/>
              <a:buNone/>
            </a:pPr>
            <a:r>
              <a:rPr lang="en-US" sz="2400" dirty="0" smtClean="0">
                <a:solidFill>
                  <a:schemeClr val="bg1"/>
                </a:solidFill>
              </a:rPr>
              <a:t>Goal is to build a product that will protect End Point Systems from Local Code Execution Attacks.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42426" y="5181600"/>
            <a:ext cx="5257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Enhance the accuracy in Malware </a:t>
            </a:r>
            <a:r>
              <a:rPr lang="en-US" sz="2400" dirty="0">
                <a:solidFill>
                  <a:schemeClr val="bg1"/>
                </a:solidFill>
              </a:rPr>
              <a:t>C</a:t>
            </a:r>
            <a:r>
              <a:rPr lang="en-US" sz="2400" dirty="0" smtClean="0">
                <a:solidFill>
                  <a:schemeClr val="bg1"/>
                </a:solidFill>
              </a:rPr>
              <a:t>lassification  and Detection  strategies by studying existing strategies and developing new ones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7" name="Bent-Up Arrow 16"/>
          <p:cNvSpPr/>
          <p:nvPr/>
        </p:nvSpPr>
        <p:spPr>
          <a:xfrm rot="5400000">
            <a:off x="1981200" y="4803475"/>
            <a:ext cx="1066800" cy="1371600"/>
          </a:xfrm>
          <a:prstGeom prst="bentUpArrow">
            <a:avLst/>
          </a:prstGeom>
          <a:solidFill>
            <a:schemeClr val="bg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296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57996" y="3604404"/>
            <a:ext cx="8610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Implement techniques that use </a:t>
            </a:r>
            <a:r>
              <a:rPr lang="en-US" sz="2400" dirty="0" smtClean="0">
                <a:solidFill>
                  <a:srgbClr val="FF0000"/>
                </a:solidFill>
              </a:rPr>
              <a:t>TECHNOLOGIES/CONCEPTS</a:t>
            </a:r>
            <a:r>
              <a:rPr lang="en-US" sz="2400" dirty="0" smtClean="0">
                <a:solidFill>
                  <a:schemeClr val="bg1"/>
                </a:solidFill>
              </a:rPr>
              <a:t>:</a:t>
            </a:r>
            <a:endParaRPr lang="en-US" sz="2400" dirty="0" smtClean="0">
              <a:solidFill>
                <a:schemeClr val="bg1"/>
              </a:solidFill>
            </a:endParaRPr>
          </a:p>
          <a:p>
            <a:pPr marL="457200" indent="-457200">
              <a:buAutoNum type="arabicPeriod"/>
            </a:pPr>
            <a:r>
              <a:rPr lang="en-US" sz="2400" dirty="0" smtClean="0">
                <a:solidFill>
                  <a:schemeClr val="bg1"/>
                </a:solidFill>
              </a:rPr>
              <a:t>Malware Analysis </a:t>
            </a:r>
          </a:p>
          <a:p>
            <a:pPr marL="914400" lvl="1" indent="-457200">
              <a:buAutoNum type="arabicPeriod"/>
            </a:pPr>
            <a:r>
              <a:rPr lang="en-US" sz="2400" dirty="0" smtClean="0">
                <a:solidFill>
                  <a:schemeClr val="bg1"/>
                </a:solidFill>
              </a:rPr>
              <a:t>Static and Dynamic Analysis</a:t>
            </a:r>
          </a:p>
          <a:p>
            <a:pPr marL="914400" lvl="1" indent="-457200">
              <a:buAutoNum type="arabicPeriod"/>
            </a:pPr>
            <a:r>
              <a:rPr lang="en-US" sz="2400" dirty="0" smtClean="0">
                <a:solidFill>
                  <a:schemeClr val="bg1"/>
                </a:solidFill>
              </a:rPr>
              <a:t>Reverse Engineering</a:t>
            </a:r>
          </a:p>
          <a:p>
            <a:pPr marL="457200" indent="-457200">
              <a:buAutoNum type="arabicPeriod"/>
            </a:pPr>
            <a:r>
              <a:rPr lang="en-US" sz="2400" dirty="0" smtClean="0">
                <a:solidFill>
                  <a:schemeClr val="bg1"/>
                </a:solidFill>
              </a:rPr>
              <a:t>Artificial Intelligence</a:t>
            </a:r>
          </a:p>
          <a:p>
            <a:pPr marL="914400" lvl="1" indent="-457200">
              <a:buAutoNum type="arabicPeriod"/>
            </a:pPr>
            <a:r>
              <a:rPr lang="en-US" sz="2400" dirty="0" smtClean="0">
                <a:solidFill>
                  <a:schemeClr val="bg1"/>
                </a:solidFill>
              </a:rPr>
              <a:t>Machine Learning</a:t>
            </a:r>
          </a:p>
          <a:p>
            <a:pPr marL="914400" lvl="1" indent="-457200">
              <a:buAutoNum type="arabicPeriod"/>
            </a:pPr>
            <a:r>
              <a:rPr lang="en-US" sz="2400" dirty="0" smtClean="0">
                <a:solidFill>
                  <a:schemeClr val="bg1"/>
                </a:solidFill>
              </a:rPr>
              <a:t>Deep Learning</a:t>
            </a:r>
          </a:p>
          <a:p>
            <a:pPr marL="457200" indent="-457200">
              <a:buAutoNum type="arabicPeriod"/>
            </a:pPr>
            <a:r>
              <a:rPr lang="en-US" sz="2400" dirty="0" smtClean="0">
                <a:solidFill>
                  <a:schemeClr val="bg1"/>
                </a:solidFill>
              </a:rPr>
              <a:t>Other Concepts etc….</a:t>
            </a:r>
          </a:p>
        </p:txBody>
      </p:sp>
      <p:pic>
        <p:nvPicPr>
          <p:cNvPr id="1031" name="Picture 7" descr="D:\Projects\EndPoint Security Tool\Presentation\Images\60914285-flat-line-design-illustration-concept-plan-of-mobile-application-development-process-app-design-pro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13" y="698441"/>
            <a:ext cx="9144000" cy="290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57200" y="-2286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THE PROCESS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67142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8900" y="11502"/>
            <a:ext cx="89154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CURRENTLY </a:t>
            </a:r>
            <a:r>
              <a:rPr lang="en-US" b="1" dirty="0" smtClean="0">
                <a:solidFill>
                  <a:srgbClr val="FF0000"/>
                </a:solidFill>
              </a:rPr>
              <a:t>IMPLEMENTED TECHNIQUES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2053" name="Picture 5" descr="D:\Projects\EndPoint Security Tool\Presentation\Images\giphy (2)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941717"/>
            <a:ext cx="7721600" cy="579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7263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95600" y="304800"/>
            <a:ext cx="617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Implementing Static Malware </a:t>
            </a:r>
            <a:r>
              <a:rPr lang="en-US" dirty="0" smtClean="0">
                <a:solidFill>
                  <a:schemeClr val="bg1"/>
                </a:solidFill>
              </a:rPr>
              <a:t>Analysis and creating a Dataset which holds the PE Header Values of the executable and finding the pattern in them.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762000" y="194965"/>
            <a:ext cx="4267200" cy="11430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00"/>
                </a:solidFill>
              </a:rPr>
              <a:t>TECHNIQUE-1:</a:t>
            </a:r>
            <a:endParaRPr lang="en-US" sz="32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006" y="1223816"/>
            <a:ext cx="5564694" cy="259933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4347893"/>
            <a:ext cx="5105400" cy="1771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3860530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Fig:- Screenshot of Code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95700" y="6172200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Fig:- Screenshot of Output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281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43200" y="304800"/>
            <a:ext cx="617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Implementing Static Malware Analysis by extracting strings from malwares and building a classifier using Natural Language Processing and Machine Learning Algorithms.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itle 3"/>
          <p:cNvSpPr txBox="1">
            <a:spLocks/>
          </p:cNvSpPr>
          <p:nvPr/>
        </p:nvSpPr>
        <p:spPr>
          <a:xfrm>
            <a:off x="-762000" y="194965"/>
            <a:ext cx="4267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smtClean="0">
                <a:solidFill>
                  <a:srgbClr val="FF0000"/>
                </a:solidFill>
              </a:rPr>
              <a:t>TECHNIQUE-2:</a:t>
            </a:r>
            <a:endParaRPr lang="en-US" sz="32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82" y="1371600"/>
            <a:ext cx="4858236" cy="2514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600" y="3962400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Fig:- Screenshot of Code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777" y="1333652"/>
            <a:ext cx="3327623" cy="4648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01419" y="6096000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Fig:- Extracted Stings from Malware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8600" y="4800600"/>
            <a:ext cx="52534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This technique still requires NLP and Machine Learning Algorithms, to be applied on the created dataset.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116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19400" y="304800"/>
            <a:ext cx="617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Implementing Static Malware Analysis </a:t>
            </a:r>
            <a:r>
              <a:rPr lang="en-US" dirty="0" smtClean="0">
                <a:solidFill>
                  <a:schemeClr val="bg1"/>
                </a:solidFill>
              </a:rPr>
              <a:t>and extracting the memory hex dump of the executable, then find patterns within them using Machine and Deep Learning.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-762000" y="194965"/>
            <a:ext cx="4267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smtClean="0">
                <a:solidFill>
                  <a:srgbClr val="FF0000"/>
                </a:solidFill>
              </a:rPr>
              <a:t>TECHNIQUE-3:</a:t>
            </a:r>
            <a:endParaRPr lang="en-US" sz="32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64" y="1229568"/>
            <a:ext cx="5552200" cy="21581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004" y="3416439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Fig:- Screenshot of Code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8176" y="3717985"/>
            <a:ext cx="5243423" cy="26942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733799" y="6458688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Fig:- Screenshot of Output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196" y="4267200"/>
            <a:ext cx="32996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This technique still requires hyper parameter optimization, and feature reduction as the model is highly over fitted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2852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85800" y="228600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ADDITIONAL </a:t>
            </a:r>
            <a:r>
              <a:rPr lang="en-US" b="1" dirty="0" smtClean="0">
                <a:solidFill>
                  <a:srgbClr val="FF0000"/>
                </a:solidFill>
              </a:rPr>
              <a:t>TASKS DONE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6200" y="1295400"/>
            <a:ext cx="6172200" cy="4038600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>
                <a:solidFill>
                  <a:schemeClr val="bg1"/>
                </a:solidFill>
              </a:rPr>
              <a:t>Assembled </a:t>
            </a:r>
            <a:r>
              <a:rPr lang="en-US" sz="2400" dirty="0" smtClean="0">
                <a:solidFill>
                  <a:schemeClr val="bg1"/>
                </a:solidFill>
              </a:rPr>
              <a:t>a dataset of more than 65000+ malware samples of different classes such as Ransom-ware, Trojans, RAT, Droppers etc.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Studying existing techniques that are implemented  to classify files as benign or malwares using deep and machine learning incorporating both static and dynamic analysis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Studying classic techniques that are being used to detect malwares and how antiviruses work.</a:t>
            </a: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799" y="76200"/>
            <a:ext cx="2268187" cy="57450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77000" y="5943600"/>
            <a:ext cx="2658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Fig:- Assembled Malware Collection 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097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304800" y="179717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FUTURE SCOPE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76200" y="1295400"/>
            <a:ext cx="5257800" cy="52578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solidFill>
                  <a:schemeClr val="bg1"/>
                </a:solidFill>
              </a:rPr>
              <a:t>Implementing different techniques that exist and compare accuracy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Ensure whether such techniques could be implemented in real-time for a tool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Develop own technique that identifies and classifies malware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990600"/>
            <a:ext cx="341394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38800" y="5867400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Fig:- Technique developed by NVIDIA, to be implemented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6690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THANK YOU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810000" y="4724400"/>
            <a:ext cx="5181600" cy="1752600"/>
          </a:xfrm>
        </p:spPr>
        <p:txBody>
          <a:bodyPr/>
          <a:lstStyle/>
          <a:p>
            <a:pPr algn="l"/>
            <a:r>
              <a:rPr lang="en-US" dirty="0" smtClean="0">
                <a:solidFill>
                  <a:schemeClr val="bg1"/>
                </a:solidFill>
              </a:rPr>
              <a:t>Presented By:- </a:t>
            </a:r>
          </a:p>
          <a:p>
            <a:pPr algn="r"/>
            <a:r>
              <a:rPr lang="en-US" dirty="0" err="1" smtClean="0">
                <a:solidFill>
                  <a:schemeClr val="bg1"/>
                </a:solidFill>
              </a:rPr>
              <a:t>Vedaang</a:t>
            </a:r>
            <a:r>
              <a:rPr lang="en-US" dirty="0" smtClean="0">
                <a:solidFill>
                  <a:schemeClr val="bg1"/>
                </a:solidFill>
              </a:rPr>
              <a:t> Chopra</a:t>
            </a:r>
          </a:p>
          <a:p>
            <a:pPr algn="r"/>
            <a:r>
              <a:rPr lang="en-US" dirty="0" smtClean="0">
                <a:solidFill>
                  <a:schemeClr val="bg1"/>
                </a:solidFill>
              </a:rPr>
              <a:t>03815003116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2057400"/>
            <a:ext cx="91440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0" y="3450566"/>
            <a:ext cx="91440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752600" y="21566"/>
            <a:ext cx="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689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344</Words>
  <Application>Microsoft Office PowerPoint</Application>
  <PresentationFormat>On-screen Show (4:3)</PresentationFormat>
  <Paragraphs>44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TOPIC: END-POINT SECURITY TOOL</vt:lpstr>
      <vt:lpstr>PROBLEM STATEMENT!!!</vt:lpstr>
      <vt:lpstr>THE PROCESS</vt:lpstr>
      <vt:lpstr>CURRENTLY IMPLEMENTED TECHNIQUES</vt:lpstr>
      <vt:lpstr>TECHNIQUE-1:</vt:lpstr>
      <vt:lpstr>PowerPoint Presentation</vt:lpstr>
      <vt:lpstr>PowerPoint Presentation</vt:lpstr>
      <vt:lpstr>ADDITIONAL TASKS DONE</vt:lpstr>
      <vt:lpstr>FUTURE SCOPE</vt:lpstr>
      <vt:lpstr>THANK YOU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vedaang chopra</dc:creator>
  <cp:lastModifiedBy>vedaang chopra</cp:lastModifiedBy>
  <cp:revision>17</cp:revision>
  <dcterms:created xsi:type="dcterms:W3CDTF">2020-02-20T14:44:48Z</dcterms:created>
  <dcterms:modified xsi:type="dcterms:W3CDTF">2020-02-21T12:51:50Z</dcterms:modified>
</cp:coreProperties>
</file>