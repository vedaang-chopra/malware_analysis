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8" r:id="rId1"/>
  </p:sldMasterIdLst>
  <p:notesMasterIdLst>
    <p:notesMasterId r:id="rId10"/>
  </p:notesMasterIdLst>
  <p:sldIdLst>
    <p:sldId id="256" r:id="rId2"/>
    <p:sldId id="263" r:id="rId3"/>
    <p:sldId id="266" r:id="rId4"/>
    <p:sldId id="265" r:id="rId5"/>
    <p:sldId id="258" r:id="rId6"/>
    <p:sldId id="259" r:id="rId7"/>
    <p:sldId id="260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047" autoAdjust="0"/>
    <p:restoredTop sz="94660"/>
  </p:normalViewPr>
  <p:slideViewPr>
    <p:cSldViewPr>
      <p:cViewPr>
        <p:scale>
          <a:sx n="98" d="100"/>
          <a:sy n="98" d="100"/>
        </p:scale>
        <p:origin x="-2004" y="-3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B82876-212B-4DA0-96F1-7539722EFDBC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F72851-BC49-4190-B44E-39316FE7A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672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F72851-BC49-4190-B44E-39316FE7AEA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903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9C06D-4ED8-42C6-905D-CA84CA1B6CBF}" type="datetime2">
              <a:rPr lang="en-US" smtClean="0"/>
              <a:t>Thursday, January 23, 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9C0F2-17E0-497A-9BBE-0C73201AAF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121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B1CAA-32CD-4B55-B92A-B8F0843CACF4}" type="datetime2">
              <a:rPr lang="en-US" smtClean="0"/>
              <a:t>Thursday, January 23, 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60BE-EE17-4542-864F-7A1AE3AF9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464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8CDC4-3D19-4983-B478-82F6B8E5AB66}" type="datetime2">
              <a:rPr lang="en-US" smtClean="0"/>
              <a:t>Thursday, January 23, 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3B15-6A95-42B4-9268-5C5B9ACC38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523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82477-D5D3-4181-8C11-75D0F2433A87}" type="datetime2">
              <a:rPr lang="en-US" smtClean="0"/>
              <a:t>Thursday, January 23, 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60BE-EE17-4542-864F-7A1AE3AF9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408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E253B-1893-4367-8BAE-DF4BC10DC578}" type="datetime2">
              <a:rPr lang="en-US" smtClean="0"/>
              <a:t>Thursday, January 23, 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60BE-EE17-4542-864F-7A1AE3AF9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881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2300D-25B3-4603-86C9-4CB776489F00}" type="datetime2">
              <a:rPr lang="en-US" smtClean="0"/>
              <a:t>Thursday, January 23, 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60BE-EE17-4542-864F-7A1AE3AF9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590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4AD9-FCC8-48B7-B85B-012A91320DFF}" type="datetime2">
              <a:rPr lang="en-US" smtClean="0"/>
              <a:t>Thursday, January 23, 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60BE-EE17-4542-864F-7A1AE3AF9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925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DC50-D5DB-4F94-B367-9876CD2C4012}" type="datetime2">
              <a:rPr lang="en-US" smtClean="0"/>
              <a:t>Thursday, January 23, 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3B15-6A95-42B4-9268-5C5B9ACC38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052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EB412-E790-42EA-81FE-2925D3A43D91}" type="datetime2">
              <a:rPr lang="en-US" smtClean="0"/>
              <a:t>Thursday, January 23, 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3B15-6A95-42B4-9268-5C5B9ACC38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842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EEE0E-EDB0-4D84-86B0-50833DF22902}" type="datetime2">
              <a:rPr lang="en-US" smtClean="0"/>
              <a:t>Thursday, January 23, 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60BE-EE17-4542-864F-7A1AE3AF9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462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4372C-B5AB-4C39-B273-B99224EB4DD5}" type="datetime2">
              <a:rPr lang="en-US" smtClean="0"/>
              <a:t>Thursday, January 23, 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60BE-EE17-4542-864F-7A1AE3AF9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7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85921-A91A-409C-921C-0E0EC1E750EC}" type="datetime2">
              <a:rPr lang="en-US" smtClean="0"/>
              <a:t>Thursday, January 23, 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DA60BE-EE17-4542-864F-7A1AE3AF9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466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9" r:id="rId1"/>
    <p:sldLayoutId id="2147483990" r:id="rId2"/>
    <p:sldLayoutId id="2147483991" r:id="rId3"/>
    <p:sldLayoutId id="2147483992" r:id="rId4"/>
    <p:sldLayoutId id="2147483993" r:id="rId5"/>
    <p:sldLayoutId id="2147483994" r:id="rId6"/>
    <p:sldLayoutId id="2147483995" r:id="rId7"/>
    <p:sldLayoutId id="2147483996" r:id="rId8"/>
    <p:sldLayoutId id="2147483997" r:id="rId9"/>
    <p:sldLayoutId id="2147483998" r:id="rId10"/>
    <p:sldLayoutId id="214748399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286000"/>
            <a:ext cx="3810000" cy="3581400"/>
          </a:xfrm>
        </p:spPr>
        <p:txBody>
          <a:bodyPr>
            <a:normAutofit/>
          </a:bodyPr>
          <a:lstStyle/>
          <a:p>
            <a:r>
              <a:rPr lang="en-US" b="1" dirty="0" smtClean="0"/>
              <a:t>SMART ANTIVIRUS:  AN END-POINT SECURITY TOOL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07488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4294967295"/>
          </p:nvPr>
        </p:nvSpPr>
        <p:spPr>
          <a:xfrm>
            <a:off x="4090481" y="228600"/>
            <a:ext cx="5029200" cy="1905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bg1"/>
                </a:solidFill>
              </a:rPr>
              <a:t>Even though antivirus exists, still we are vulnerable to attacks from malwares…….</a:t>
            </a:r>
          </a:p>
          <a:p>
            <a:pPr marL="82296" algn="ctr"/>
            <a:endParaRPr lang="en-US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152400" y="-163749"/>
            <a:ext cx="4034548" cy="1916349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PROBLEM</a:t>
            </a:r>
            <a:r>
              <a:rPr lang="en-US" b="1" u="sng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STATEMENT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-9728" y="1600200"/>
            <a:ext cx="92202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-9728" y="0"/>
            <a:ext cx="92202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886200" y="0"/>
            <a:ext cx="0" cy="16764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ight Arrow 11"/>
          <p:cNvSpPr/>
          <p:nvPr/>
        </p:nvSpPr>
        <p:spPr>
          <a:xfrm>
            <a:off x="3609772" y="685800"/>
            <a:ext cx="552855" cy="304800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-76200" y="6858000"/>
            <a:ext cx="922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76400"/>
            <a:ext cx="83820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5100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14600"/>
            <a:ext cx="73914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5940"/>
            <a:ext cx="7351713" cy="253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2673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124200"/>
            <a:ext cx="9144000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7985" y="-76200"/>
            <a:ext cx="476250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6200"/>
            <a:ext cx="441960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9163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3774" y="1752600"/>
            <a:ext cx="4048328" cy="9144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</a:rPr>
              <a:t>OUR OBJECTIVE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5364" y="1295400"/>
            <a:ext cx="5019472" cy="2006025"/>
          </a:xfrm>
        </p:spPr>
        <p:txBody>
          <a:bodyPr>
            <a:normAutofit fontScale="85000" lnSpcReduction="20000"/>
          </a:bodyPr>
          <a:lstStyle/>
          <a:p>
            <a:pPr marL="82296" indent="0" algn="ctr"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 marL="82296" indent="0" algn="ctr">
              <a:buNone/>
            </a:pPr>
            <a:r>
              <a:rPr lang="en-US" b="1" dirty="0" smtClean="0">
                <a:solidFill>
                  <a:schemeClr val="bg1"/>
                </a:solidFill>
              </a:rPr>
              <a:t>Our goal is to build a product that will protect these End </a:t>
            </a:r>
            <a:r>
              <a:rPr lang="en-US" b="1" dirty="0">
                <a:solidFill>
                  <a:schemeClr val="bg1"/>
                </a:solidFill>
              </a:rPr>
              <a:t>P</a:t>
            </a:r>
            <a:r>
              <a:rPr lang="en-US" b="1" dirty="0" smtClean="0">
                <a:solidFill>
                  <a:schemeClr val="bg1"/>
                </a:solidFill>
              </a:rPr>
              <a:t>oint </a:t>
            </a:r>
            <a:r>
              <a:rPr lang="en-US" b="1" dirty="0">
                <a:solidFill>
                  <a:schemeClr val="bg1"/>
                </a:solidFill>
              </a:rPr>
              <a:t>S</a:t>
            </a:r>
            <a:r>
              <a:rPr lang="en-US" b="1" dirty="0" smtClean="0">
                <a:solidFill>
                  <a:schemeClr val="bg1"/>
                </a:solidFill>
              </a:rPr>
              <a:t>ystems from Local Code Execution Attacks.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Subtitle 5"/>
          <p:cNvSpPr txBox="1">
            <a:spLocks/>
          </p:cNvSpPr>
          <p:nvPr/>
        </p:nvSpPr>
        <p:spPr>
          <a:xfrm>
            <a:off x="-72957" y="228600"/>
            <a:ext cx="9220200" cy="914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b="1" dirty="0" smtClean="0">
                <a:solidFill>
                  <a:srgbClr val="FF0000"/>
                </a:solidFill>
              </a:rPr>
              <a:t>So there is still something missing in our security software's!!!!!!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5396" y="3372653"/>
            <a:ext cx="5257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Enhance the accuracy in Malware </a:t>
            </a:r>
            <a:r>
              <a:rPr lang="en-US" sz="2400" b="1" dirty="0">
                <a:solidFill>
                  <a:schemeClr val="bg1"/>
                </a:solidFill>
              </a:rPr>
              <a:t>C</a:t>
            </a:r>
            <a:r>
              <a:rPr lang="en-US" sz="2400" b="1" dirty="0" smtClean="0">
                <a:solidFill>
                  <a:schemeClr val="bg1"/>
                </a:solidFill>
              </a:rPr>
              <a:t>lassification  and Detection  strategies by studying existing strategies and developing new ones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95900" y="5181600"/>
            <a:ext cx="243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PHASE I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34000" y="6273225"/>
            <a:ext cx="243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PHASE II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076" y="3552735"/>
            <a:ext cx="34127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HOW DO WE PLAN TO DO IT?</a:t>
            </a:r>
            <a:endParaRPr lang="en-US" sz="3600" b="1" dirty="0">
              <a:solidFill>
                <a:srgbClr val="FF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-9728" y="1447800"/>
            <a:ext cx="92202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-76200" y="3200400"/>
            <a:ext cx="93726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-76200" y="6858000"/>
            <a:ext cx="92202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-76200" y="5105400"/>
            <a:ext cx="93726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49157" y="5562600"/>
            <a:ext cx="3488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OUR</a:t>
            </a:r>
            <a:r>
              <a:rPr lang="en-US" sz="3200" b="1" dirty="0" smtClean="0">
                <a:solidFill>
                  <a:srgbClr val="FF0000"/>
                </a:solidFill>
              </a:rPr>
              <a:t> </a:t>
            </a:r>
            <a:r>
              <a:rPr lang="en-US" sz="3600" b="1" dirty="0" smtClean="0">
                <a:solidFill>
                  <a:srgbClr val="FF0000"/>
                </a:solidFill>
              </a:rPr>
              <a:t>PROCESS</a:t>
            </a:r>
            <a:r>
              <a:rPr lang="en-US" sz="3200" b="1" dirty="0" smtClean="0">
                <a:solidFill>
                  <a:srgbClr val="FF0000"/>
                </a:solidFill>
              </a:rPr>
              <a:t> </a:t>
            </a:r>
            <a:endParaRPr lang="en-US" sz="3200" b="1" dirty="0">
              <a:solidFill>
                <a:srgbClr val="FF0000"/>
              </a:solidFill>
            </a:endParaRPr>
          </a:p>
        </p:txBody>
      </p:sp>
      <p:cxnSp>
        <p:nvCxnSpPr>
          <p:cNvPr id="24" name="Straight Arrow Connector 23"/>
          <p:cNvCxnSpPr>
            <a:endCxn id="11" idx="0"/>
          </p:cNvCxnSpPr>
          <p:nvPr/>
        </p:nvCxnSpPr>
        <p:spPr>
          <a:xfrm>
            <a:off x="6553200" y="5718242"/>
            <a:ext cx="0" cy="554983"/>
          </a:xfrm>
          <a:prstGeom prst="straightConnector1">
            <a:avLst/>
          </a:prstGeom>
          <a:ln w="571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3886200" y="1447800"/>
            <a:ext cx="0" cy="54102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ight Arrow 32"/>
          <p:cNvSpPr/>
          <p:nvPr/>
        </p:nvSpPr>
        <p:spPr>
          <a:xfrm>
            <a:off x="3638145" y="2133600"/>
            <a:ext cx="552855" cy="304800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7" name="Right Arrow 36"/>
          <p:cNvSpPr/>
          <p:nvPr/>
        </p:nvSpPr>
        <p:spPr>
          <a:xfrm>
            <a:off x="3609772" y="4038600"/>
            <a:ext cx="552855" cy="304800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8" name="Right Arrow 37"/>
          <p:cNvSpPr/>
          <p:nvPr/>
        </p:nvSpPr>
        <p:spPr>
          <a:xfrm>
            <a:off x="3609772" y="5733365"/>
            <a:ext cx="552855" cy="304800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6036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7834" y="0"/>
            <a:ext cx="9144000" cy="762000"/>
          </a:xfrm>
        </p:spPr>
        <p:txBody>
          <a:bodyPr>
            <a:noAutofit/>
          </a:bodyPr>
          <a:lstStyle/>
          <a:p>
            <a:pPr marL="82296" indent="0"/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PHASE I:- REVIEW OF LITERATURE OF END POINT SECURITY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728" y="685800"/>
            <a:ext cx="8610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8046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Studying the current mitigation </a:t>
            </a:r>
            <a:r>
              <a:rPr lang="en-US" dirty="0">
                <a:solidFill>
                  <a:schemeClr val="bg1"/>
                </a:solidFill>
              </a:rPr>
              <a:t>techniques </a:t>
            </a:r>
            <a:r>
              <a:rPr lang="en-US" dirty="0" smtClean="0">
                <a:solidFill>
                  <a:schemeClr val="bg1"/>
                </a:solidFill>
              </a:rPr>
              <a:t>implemented by products </a:t>
            </a:r>
            <a:r>
              <a:rPr lang="en-US" dirty="0">
                <a:solidFill>
                  <a:schemeClr val="bg1"/>
                </a:solidFill>
              </a:rPr>
              <a:t>currently in use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pPr marL="368046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Understanding  drawbacks of these products.</a:t>
            </a:r>
          </a:p>
          <a:p>
            <a:pPr marL="368046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Understanding malwares, how they are built,  how they function and what common patterns do they share.</a:t>
            </a:r>
          </a:p>
          <a:p>
            <a:pPr marL="368046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Studying how do Malwares bypass antiviruses</a:t>
            </a:r>
          </a:p>
          <a:p>
            <a:pPr marL="368046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Research additional strategies developed for the purpose of malware classification and detection not currently in use and understand their drawbacks.</a:t>
            </a:r>
          </a:p>
          <a:p>
            <a:pPr marL="368046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Building </a:t>
            </a:r>
            <a:r>
              <a:rPr lang="en-US" dirty="0">
                <a:solidFill>
                  <a:schemeClr val="bg1"/>
                </a:solidFill>
              </a:rPr>
              <a:t>a dataset </a:t>
            </a:r>
            <a:r>
              <a:rPr lang="en-US" dirty="0" smtClean="0">
                <a:solidFill>
                  <a:schemeClr val="bg1"/>
                </a:solidFill>
              </a:rPr>
              <a:t>of malwares to evaluate all researches.</a:t>
            </a:r>
          </a:p>
          <a:p>
            <a:pPr marL="368046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Comparing researches by a scoring technique.</a:t>
            </a:r>
          </a:p>
          <a:p>
            <a:pPr marL="368046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Building a new technique which would classify and detect malwares with better accuracy</a:t>
            </a:r>
          </a:p>
          <a:p>
            <a:pPr marL="368046" indent="-285750">
              <a:buFont typeface="Arial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368046" indent="-285750">
              <a:buFont typeface="Arial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3810000"/>
            <a:ext cx="9144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2296"/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PHASE II:- IMPLEMENTION OF TECHNIQUE FOR END POINT SECURITY 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572000"/>
            <a:ext cx="8610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8046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Building our application’s interface.</a:t>
            </a:r>
          </a:p>
          <a:p>
            <a:pPr marL="368046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Implementing the theoretical technique built in the first phase.</a:t>
            </a:r>
          </a:p>
          <a:p>
            <a:pPr marL="368046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Creating a rich dataset for model to learn on.</a:t>
            </a:r>
          </a:p>
          <a:p>
            <a:pPr marL="368046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Integrate our malware classification and detection technique with our application’s interface</a:t>
            </a:r>
          </a:p>
          <a:p>
            <a:pPr marL="368046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Setting up the application to be deployed for general use</a:t>
            </a:r>
          </a:p>
          <a:p>
            <a:pPr marL="368046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Ensure the accuracy of our product.</a:t>
            </a:r>
          </a:p>
          <a:p>
            <a:pPr marL="368046" indent="-285750">
              <a:buFont typeface="Arial" pitchFamily="34" charset="0"/>
              <a:buChar char="•"/>
            </a:pPr>
            <a:endParaRPr lang="en-US" dirty="0" smtClean="0">
              <a:solidFill>
                <a:schemeClr val="bg1"/>
              </a:solidFill>
            </a:endParaRPr>
          </a:p>
          <a:p>
            <a:pPr marL="368046" indent="-285750">
              <a:buFont typeface="Arial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368046" indent="-285750">
              <a:buFont typeface="Arial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9728" y="685800"/>
            <a:ext cx="9286672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0" y="3831077"/>
            <a:ext cx="9286672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0" y="4495800"/>
            <a:ext cx="9286672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0" y="0"/>
            <a:ext cx="9286672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-76200" y="6856379"/>
            <a:ext cx="9286672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9566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19" y="0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TECHNOLOGIES TO BE USED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319" y="1295400"/>
            <a:ext cx="4572000" cy="2308324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Artificial Intelligence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Python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Pandas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Machine Learning Algorithms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Scikit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Learn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Deep Learning Methodologies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Tensor-Flow/</a:t>
            </a:r>
            <a:r>
              <a:rPr lang="en-US" dirty="0" err="1" smtClean="0">
                <a:solidFill>
                  <a:schemeClr val="bg1"/>
                </a:solidFill>
              </a:rPr>
              <a:t>Py</a:t>
            </a:r>
            <a:r>
              <a:rPr lang="en-US" dirty="0" smtClean="0">
                <a:solidFill>
                  <a:schemeClr val="bg1"/>
                </a:solidFill>
              </a:rPr>
              <a:t>-Torch</a:t>
            </a:r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 smtClean="0">
                <a:solidFill>
                  <a:schemeClr val="bg1"/>
                </a:solidFill>
              </a:rPr>
              <a:t>Keras</a:t>
            </a:r>
            <a:endParaRPr lang="en-US" dirty="0" smtClean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96317" y="3884474"/>
            <a:ext cx="4547681" cy="203132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/>
          </a:lstStyle>
          <a:p>
            <a:r>
              <a:rPr lang="en-US" dirty="0">
                <a:solidFill>
                  <a:schemeClr val="bg1"/>
                </a:solidFill>
              </a:rPr>
              <a:t>Back-end Development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en-US" dirty="0" err="1" smtClean="0">
                <a:solidFill>
                  <a:schemeClr val="bg1"/>
                </a:solidFill>
              </a:rPr>
              <a:t>NodeJS</a:t>
            </a:r>
            <a:endParaRPr lang="en-US" dirty="0" smtClean="0">
              <a:solidFill>
                <a:schemeClr val="bg1"/>
              </a:solidFill>
            </a:endParaRPr>
          </a:p>
          <a:p>
            <a:pPr marL="285750" indent="-2857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Express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Mongo/SQL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Electron</a:t>
            </a:r>
          </a:p>
          <a:p>
            <a:pPr marL="285750" indent="-285750" algn="l">
              <a:buFont typeface="Arial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algn="l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319" y="3884474"/>
            <a:ext cx="4572000" cy="203132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/>
          </a:lstStyle>
          <a:p>
            <a:r>
              <a:rPr lang="en-US" dirty="0">
                <a:solidFill>
                  <a:schemeClr val="bg1"/>
                </a:solidFill>
              </a:rPr>
              <a:t>Front-End Development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HTML, </a:t>
            </a:r>
            <a:r>
              <a:rPr lang="en-US" dirty="0" smtClean="0">
                <a:solidFill>
                  <a:schemeClr val="bg1"/>
                </a:solidFill>
              </a:rPr>
              <a:t>CSS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en-US" dirty="0" err="1" smtClean="0">
                <a:solidFill>
                  <a:schemeClr val="bg1"/>
                </a:solidFill>
              </a:rPr>
              <a:t>Javascript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 algn="l">
              <a:buFont typeface="Arial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Bootstrap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Jquery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Angular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96318" y="1295400"/>
            <a:ext cx="4547681" cy="2308324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Cyber Security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OSINT </a:t>
            </a:r>
            <a:r>
              <a:rPr lang="en-US" dirty="0">
                <a:solidFill>
                  <a:schemeClr val="bg1"/>
                </a:solidFill>
              </a:rPr>
              <a:t>Framework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 smtClean="0">
                <a:solidFill>
                  <a:schemeClr val="bg1"/>
                </a:solidFill>
              </a:rPr>
              <a:t>Remcos</a:t>
            </a:r>
            <a:r>
              <a:rPr lang="en-US" dirty="0" smtClean="0">
                <a:solidFill>
                  <a:schemeClr val="bg1"/>
                </a:solidFill>
              </a:rPr>
              <a:t> RAT, Dark Comet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Obfuscation and </a:t>
            </a:r>
            <a:r>
              <a:rPr lang="en-US" dirty="0" err="1" smtClean="0">
                <a:solidFill>
                  <a:schemeClr val="bg1"/>
                </a:solidFill>
              </a:rPr>
              <a:t>Cryptors</a:t>
            </a:r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mtClean="0">
                <a:solidFill>
                  <a:schemeClr val="bg1"/>
                </a:solidFill>
              </a:rPr>
              <a:t>YARA Signatures</a:t>
            </a:r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Immunity and </a:t>
            </a:r>
            <a:r>
              <a:rPr lang="en-US" dirty="0" err="1" smtClean="0">
                <a:solidFill>
                  <a:schemeClr val="bg1"/>
                </a:solidFill>
              </a:rPr>
              <a:t>Olly</a:t>
            </a:r>
            <a:r>
              <a:rPr lang="en-US" dirty="0" smtClean="0">
                <a:solidFill>
                  <a:schemeClr val="bg1"/>
                </a:solidFill>
              </a:rPr>
              <a:t> Debugger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GHIDRA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Malwares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-1" y="6172200"/>
            <a:ext cx="91196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Please note that addition and deletion in the above mention technology used is possible.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-13783" y="914400"/>
            <a:ext cx="92202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-76200" y="0"/>
            <a:ext cx="92202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1208" y="6096000"/>
            <a:ext cx="9157783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0" y="6858000"/>
            <a:ext cx="92202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132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81200" y="1905000"/>
            <a:ext cx="6846326" cy="1143000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smtClean="0">
                <a:solidFill>
                  <a:schemeClr val="bg1"/>
                </a:solidFill>
              </a:rPr>
              <a:t>THANK YOU</a:t>
            </a:r>
            <a:endParaRPr lang="en-US" sz="54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91247" y="-35668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3345233" y="4490295"/>
            <a:ext cx="5816601" cy="23622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Vedaang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Chopra- 03815003116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25146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>
            <a:stCxn id="2" idx="3"/>
          </p:cNvCxnSpPr>
          <p:nvPr/>
        </p:nvCxnSpPr>
        <p:spPr>
          <a:xfrm>
            <a:off x="2514600" y="3429000"/>
            <a:ext cx="66294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514600" y="1600200"/>
            <a:ext cx="66294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5356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472</TotalTime>
  <Words>331</Words>
  <Application>Microsoft Office PowerPoint</Application>
  <PresentationFormat>On-screen Show (4:3)</PresentationFormat>
  <Paragraphs>63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SMART ANTIVIRUS:  AN END-POINT SECURITY TOOL </vt:lpstr>
      <vt:lpstr>PROBLEM STATEMENT</vt:lpstr>
      <vt:lpstr>PowerPoint Presentation</vt:lpstr>
      <vt:lpstr>PowerPoint Presentation</vt:lpstr>
      <vt:lpstr>OUR OBJECTIVE</vt:lpstr>
      <vt:lpstr>PHASE I:- REVIEW OF LITERATURE OF END POINT SECURITY</vt:lpstr>
      <vt:lpstr>TECHNOLOGIES TO BE USED</vt:lpstr>
      <vt:lpstr>THANK YOU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OF LITERATURE ON END POINT SECURITY</dc:title>
  <dc:creator>vedaang chopra</dc:creator>
  <cp:lastModifiedBy>vedaang chopra</cp:lastModifiedBy>
  <cp:revision>34</cp:revision>
  <dcterms:created xsi:type="dcterms:W3CDTF">2019-08-22T07:44:21Z</dcterms:created>
  <dcterms:modified xsi:type="dcterms:W3CDTF">2020-01-22T19:03:58Z</dcterms:modified>
</cp:coreProperties>
</file>